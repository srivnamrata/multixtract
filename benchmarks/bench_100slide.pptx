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1: Validation Results —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2: Validation Results —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3: Validation Results —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4: Validation Results —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5: Validation Results —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6: Validation Results — 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7: Validation Results — 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8: Validation Results —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9: Validation Results — Module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10: Validation Results — Module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11: Validation Results — Module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12: Validation Results — Module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13: Validation Results — Module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14: Validation Results — Module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15: Validation Results — Module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16: Validation Results — Module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17: Validation Results — Module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18: Validation Results — Module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19: Validation Results — Module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20: Validation Results — Module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21: Validation Results — Module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22: Validation Results — Module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23: Validation Results — Module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24: Validation Results — Module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25: Validation Results — Module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26: Validation Results — Module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27: Validation Results — Module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28: Validation Results — Module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29: Validation Results — Module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30: Validation Results — Module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31: Validation Results — Module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32: Validation Results — Module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33: Validation Results — Module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34: Validation Results — Module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35: Validation Results — Module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36: Validation Results — Module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37: Validation Results — Module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38: Validation Results — Module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39: Validation Results — Module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40: Validation Results — Module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41: Validation Results — Module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42: Validation Results — Module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43: Validation Results — Module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44: Validation Results — Module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45: Validation Results — Module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46: Validation Results — Module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47: Validation Results — Module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48: Validation Results — Module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49: Validation Results — Module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50: Validation Results — Module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51: Validation Results — Module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52: Validation Results — Module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53: Validation Results — Module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54: Validation Results — Module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55: Validation Results — Module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56: Validation Results — Module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57: Validation Results — Module 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58: Validation Results — Module 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59: Validation Results — Module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60: Validation Results — Module 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61: Validation Results — Module 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62: Validation Results — Module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63: Validation Results — Module 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64: Validation Results — Module 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65: Validation Results — Module 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66: Validation Results — Module 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67: Validation Results — Module 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68: Validation Results — Module 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69: Validation Results — Module 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70: Validation Results — Module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71: Validation Results — Module 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72: Validation Results — Module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73: Validation Results — Module 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74: Validation Results — Module 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75: Validation Results — Module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76: Validation Results — Module 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77: Validation Results — Module 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78: Validation Results — Module 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79: Validation Results — Module 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80: Validation Results — Module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81: Validation Results — Module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82: Validation Results — Module 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83: Validation Results — Module 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84: Validation Results — Module 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85: Validation Results — Module 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86: Validation Results — Module 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87: Validation Results — Module 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88: Validation Results — Module 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89: Validation Results — Module 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90: Validation Results — Module 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91: Validation Results — Module 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92: Validation Results — Module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93: Validation Results — Module 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94: Validation Results — Module 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95: Validation Results — Module 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96: Validation Results — Module 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97: Validation Results — Module 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98: Validation Results — Module 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99: Validation Results — Module 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Slide 100: Validation Results — Module 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This slide presents key findings from the system validation phase. Results indicate compliance with all specified performance thresholds. Further analysis is required for edge-case scenarios identified during testing.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Engine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Brake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ADAS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